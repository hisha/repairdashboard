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0" r:id="rId3"/>
    <p:sldId id="259" r:id="rId4"/>
    <p:sldId id="258" r:id="rId5"/>
    <p:sldId id="257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83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mith, Kevin T CIV (USA)" userId="cae5e24e-0f8e-41d3-a8a1-11b4966fd3c3" providerId="ADAL" clId="{42E898A4-AE19-47CE-A2DC-3DFC9C9D6759}"/>
    <pc:docChg chg="undo custSel addSld modSld">
      <pc:chgData name="Smith, Kevin T CIV (USA)" userId="cae5e24e-0f8e-41d3-a8a1-11b4966fd3c3" providerId="ADAL" clId="{42E898A4-AE19-47CE-A2DC-3DFC9C9D6759}" dt="2026-03-12T15:12:27.504" v="5" actId="2890"/>
      <pc:docMkLst>
        <pc:docMk/>
      </pc:docMkLst>
      <pc:sldChg chg="addSp delSp mod">
        <pc:chgData name="Smith, Kevin T CIV (USA)" userId="cae5e24e-0f8e-41d3-a8a1-11b4966fd3c3" providerId="ADAL" clId="{42E898A4-AE19-47CE-A2DC-3DFC9C9D6759}" dt="2026-03-12T15:12:15.832" v="1" actId="22"/>
        <pc:sldMkLst>
          <pc:docMk/>
          <pc:sldMk cId="2909057856" sldId="256"/>
        </pc:sldMkLst>
        <pc:spChg chg="add del">
          <ac:chgData name="Smith, Kevin T CIV (USA)" userId="cae5e24e-0f8e-41d3-a8a1-11b4966fd3c3" providerId="ADAL" clId="{42E898A4-AE19-47CE-A2DC-3DFC9C9D6759}" dt="2026-03-12T15:12:15.832" v="1" actId="22"/>
          <ac:spMkLst>
            <pc:docMk/>
            <pc:sldMk cId="2909057856" sldId="256"/>
            <ac:spMk id="3" creationId="{6A6A100C-30AE-F52B-D097-DD26CC7CF51C}"/>
          </ac:spMkLst>
        </pc:spChg>
      </pc:sldChg>
      <pc:sldChg chg="add">
        <pc:chgData name="Smith, Kevin T CIV (USA)" userId="cae5e24e-0f8e-41d3-a8a1-11b4966fd3c3" providerId="ADAL" clId="{42E898A4-AE19-47CE-A2DC-3DFC9C9D6759}" dt="2026-03-12T15:12:20.187" v="2" actId="2890"/>
        <pc:sldMkLst>
          <pc:docMk/>
          <pc:sldMk cId="3753486991" sldId="257"/>
        </pc:sldMkLst>
      </pc:sldChg>
      <pc:sldChg chg="add">
        <pc:chgData name="Smith, Kevin T CIV (USA)" userId="cae5e24e-0f8e-41d3-a8a1-11b4966fd3c3" providerId="ADAL" clId="{42E898A4-AE19-47CE-A2DC-3DFC9C9D6759}" dt="2026-03-12T15:12:22.959" v="3" actId="2890"/>
        <pc:sldMkLst>
          <pc:docMk/>
          <pc:sldMk cId="464938641" sldId="258"/>
        </pc:sldMkLst>
      </pc:sldChg>
      <pc:sldChg chg="add">
        <pc:chgData name="Smith, Kevin T CIV (USA)" userId="cae5e24e-0f8e-41d3-a8a1-11b4966fd3c3" providerId="ADAL" clId="{42E898A4-AE19-47CE-A2DC-3DFC9C9D6759}" dt="2026-03-12T15:12:25.105" v="4" actId="2890"/>
        <pc:sldMkLst>
          <pc:docMk/>
          <pc:sldMk cId="123626895" sldId="259"/>
        </pc:sldMkLst>
      </pc:sldChg>
      <pc:sldChg chg="add">
        <pc:chgData name="Smith, Kevin T CIV (USA)" userId="cae5e24e-0f8e-41d3-a8a1-11b4966fd3c3" providerId="ADAL" clId="{42E898A4-AE19-47CE-A2DC-3DFC9C9D6759}" dt="2026-03-12T15:12:27.504" v="5" actId="2890"/>
        <pc:sldMkLst>
          <pc:docMk/>
          <pc:sldMk cId="456530037" sldId="260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CCFF7-9635-4A2C-B5B5-518B357BFA4A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606F22-95A1-42D5-93A2-8FA3AA9988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177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CCFF7-9635-4A2C-B5B5-518B357BFA4A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606F22-95A1-42D5-93A2-8FA3AA9988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570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CCFF7-9635-4A2C-B5B5-518B357BFA4A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606F22-95A1-42D5-93A2-8FA3AA9988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311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CCFF7-9635-4A2C-B5B5-518B357BFA4A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606F22-95A1-42D5-93A2-8FA3AA9988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225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CCFF7-9635-4A2C-B5B5-518B357BFA4A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606F22-95A1-42D5-93A2-8FA3AA9988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687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CCFF7-9635-4A2C-B5B5-518B357BFA4A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606F22-95A1-42D5-93A2-8FA3AA9988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4346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CCFF7-9635-4A2C-B5B5-518B357BFA4A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606F22-95A1-42D5-93A2-8FA3AA9988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384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CCFF7-9635-4A2C-B5B5-518B357BFA4A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606F22-95A1-42D5-93A2-8FA3AA9988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19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CCFF7-9635-4A2C-B5B5-518B357BFA4A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606F22-95A1-42D5-93A2-8FA3AA9988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302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CCFF7-9635-4A2C-B5B5-518B357BFA4A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606F22-95A1-42D5-93A2-8FA3AA9988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381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CCFF7-9635-4A2C-B5B5-518B357BFA4A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606F22-95A1-42D5-93A2-8FA3AA9988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6299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4CCFF7-9635-4A2C-B5B5-518B357BFA4A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606F22-95A1-42D5-93A2-8FA3AA9988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525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group, colorful">
            <a:extLst>
              <a:ext uri="{FF2B5EF4-FFF2-40B4-BE49-F238E27FC236}">
                <a16:creationId xmlns:a16="http://schemas.microsoft.com/office/drawing/2014/main" id="{31C318DE-E586-B39D-BC4F-0BEA855379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13438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742F83F-E62E-314F-B2C0-D0F69136B660}"/>
              </a:ext>
            </a:extLst>
          </p:cNvPr>
          <p:cNvSpPr txBox="1"/>
          <p:nvPr/>
        </p:nvSpPr>
        <p:spPr>
          <a:xfrm>
            <a:off x="2207936" y="6411247"/>
            <a:ext cx="4728129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C00000"/>
                </a:solidFill>
              </a:rPr>
              <a:t>Controlled Unclassified Information (CUI)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4B34E6-AB41-6849-E534-E9A798CDE61B}"/>
              </a:ext>
            </a:extLst>
          </p:cNvPr>
          <p:cNvSpPr txBox="1"/>
          <p:nvPr/>
        </p:nvSpPr>
        <p:spPr>
          <a:xfrm>
            <a:off x="2207936" y="36576"/>
            <a:ext cx="4728129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C00000"/>
                </a:solidFill>
              </a:rPr>
              <a:t>Controlled Unclassified Information (CUI)</a:t>
            </a:r>
          </a:p>
        </p:txBody>
      </p:sp>
    </p:spTree>
    <p:extLst>
      <p:ext uri="{BB962C8B-B14F-4D97-AF65-F5344CB8AC3E}">
        <p14:creationId xmlns:p14="http://schemas.microsoft.com/office/powerpoint/2010/main" val="29090578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CD694-9120-98AF-CE5A-A65B88211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group, colorful">
            <a:extLst>
              <a:ext uri="{FF2B5EF4-FFF2-40B4-BE49-F238E27FC236}">
                <a16:creationId xmlns:a16="http://schemas.microsoft.com/office/drawing/2014/main" id="{27D6E544-E243-1E23-5E7C-8A03C16A75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13438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0B51B4-C20E-42D8-4D6D-4B7A899CF7BD}"/>
              </a:ext>
            </a:extLst>
          </p:cNvPr>
          <p:cNvSpPr txBox="1"/>
          <p:nvPr/>
        </p:nvSpPr>
        <p:spPr>
          <a:xfrm>
            <a:off x="2207936" y="6411247"/>
            <a:ext cx="4728129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C00000"/>
                </a:solidFill>
              </a:rPr>
              <a:t>Controlled Unclassified Information (CUI)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37424C-E608-5450-601A-9DB1EC2B008D}"/>
              </a:ext>
            </a:extLst>
          </p:cNvPr>
          <p:cNvSpPr txBox="1"/>
          <p:nvPr/>
        </p:nvSpPr>
        <p:spPr>
          <a:xfrm>
            <a:off x="2207936" y="36576"/>
            <a:ext cx="4728129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C00000"/>
                </a:solidFill>
              </a:rPr>
              <a:t>Controlled Unclassified Information (CUI)</a:t>
            </a:r>
          </a:p>
        </p:txBody>
      </p:sp>
    </p:spTree>
    <p:extLst>
      <p:ext uri="{BB962C8B-B14F-4D97-AF65-F5344CB8AC3E}">
        <p14:creationId xmlns:p14="http://schemas.microsoft.com/office/powerpoint/2010/main" val="456530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645D7-4932-C74E-CEE6-E4D970837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group, colorful">
            <a:extLst>
              <a:ext uri="{FF2B5EF4-FFF2-40B4-BE49-F238E27FC236}">
                <a16:creationId xmlns:a16="http://schemas.microsoft.com/office/drawing/2014/main" id="{13DB4AD8-CB41-EC24-00CD-B566E1D1D6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13438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55749A2-DE33-F98A-5C81-B639855D7937}"/>
              </a:ext>
            </a:extLst>
          </p:cNvPr>
          <p:cNvSpPr txBox="1"/>
          <p:nvPr/>
        </p:nvSpPr>
        <p:spPr>
          <a:xfrm>
            <a:off x="2207936" y="6411247"/>
            <a:ext cx="4728129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C00000"/>
                </a:solidFill>
              </a:rPr>
              <a:t>Controlled Unclassified Information (CUI)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F60747-66AA-C6D2-6525-DC3B08C7628A}"/>
              </a:ext>
            </a:extLst>
          </p:cNvPr>
          <p:cNvSpPr txBox="1"/>
          <p:nvPr/>
        </p:nvSpPr>
        <p:spPr>
          <a:xfrm>
            <a:off x="2207936" y="36576"/>
            <a:ext cx="4728129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C00000"/>
                </a:solidFill>
              </a:rPr>
              <a:t>Controlled Unclassified Information (CUI)</a:t>
            </a:r>
          </a:p>
        </p:txBody>
      </p:sp>
    </p:spTree>
    <p:extLst>
      <p:ext uri="{BB962C8B-B14F-4D97-AF65-F5344CB8AC3E}">
        <p14:creationId xmlns:p14="http://schemas.microsoft.com/office/powerpoint/2010/main" val="1236268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5D1E4-345D-DF28-3FDF-55E9484C6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group, colorful">
            <a:extLst>
              <a:ext uri="{FF2B5EF4-FFF2-40B4-BE49-F238E27FC236}">
                <a16:creationId xmlns:a16="http://schemas.microsoft.com/office/drawing/2014/main" id="{D1B88AAA-3454-B66D-432E-4286F61D6D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13438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97126BE-48C8-8AFA-C09C-559531222B52}"/>
              </a:ext>
            </a:extLst>
          </p:cNvPr>
          <p:cNvSpPr txBox="1"/>
          <p:nvPr/>
        </p:nvSpPr>
        <p:spPr>
          <a:xfrm>
            <a:off x="2207936" y="6411247"/>
            <a:ext cx="4728129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C00000"/>
                </a:solidFill>
              </a:rPr>
              <a:t>Controlled Unclassified Information (CUI)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BDAA7B-9AF5-B942-F399-ACA7D3B5BAB5}"/>
              </a:ext>
            </a:extLst>
          </p:cNvPr>
          <p:cNvSpPr txBox="1"/>
          <p:nvPr/>
        </p:nvSpPr>
        <p:spPr>
          <a:xfrm>
            <a:off x="2207936" y="36576"/>
            <a:ext cx="4728129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C00000"/>
                </a:solidFill>
              </a:rPr>
              <a:t>Controlled Unclassified Information (CUI)</a:t>
            </a:r>
          </a:p>
        </p:txBody>
      </p:sp>
    </p:spTree>
    <p:extLst>
      <p:ext uri="{BB962C8B-B14F-4D97-AF65-F5344CB8AC3E}">
        <p14:creationId xmlns:p14="http://schemas.microsoft.com/office/powerpoint/2010/main" val="4649386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64D8D-E439-6EC4-8AC6-FC55A0CA5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group, colorful">
            <a:extLst>
              <a:ext uri="{FF2B5EF4-FFF2-40B4-BE49-F238E27FC236}">
                <a16:creationId xmlns:a16="http://schemas.microsoft.com/office/drawing/2014/main" id="{0BE61B86-E32B-79E1-9ED7-7F2094A787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13438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BE41D44-BD3B-4FB7-585E-108DF4F0D6BB}"/>
              </a:ext>
            </a:extLst>
          </p:cNvPr>
          <p:cNvSpPr txBox="1"/>
          <p:nvPr/>
        </p:nvSpPr>
        <p:spPr>
          <a:xfrm>
            <a:off x="2207936" y="6411247"/>
            <a:ext cx="4728129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C00000"/>
                </a:solidFill>
              </a:rPr>
              <a:t>Controlled Unclassified Information (CUI)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FA64D1-0079-57F1-2028-02E02B05BD8C}"/>
              </a:ext>
            </a:extLst>
          </p:cNvPr>
          <p:cNvSpPr txBox="1"/>
          <p:nvPr/>
        </p:nvSpPr>
        <p:spPr>
          <a:xfrm>
            <a:off x="2207936" y="36576"/>
            <a:ext cx="4728129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C00000"/>
                </a:solidFill>
              </a:rPr>
              <a:t>Controlled Unclassified Information (CUI)</a:t>
            </a:r>
          </a:p>
        </p:txBody>
      </p:sp>
    </p:spTree>
    <p:extLst>
      <p:ext uri="{BB962C8B-B14F-4D97-AF65-F5344CB8AC3E}">
        <p14:creationId xmlns:p14="http://schemas.microsoft.com/office/powerpoint/2010/main" val="37534869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</TotalTime>
  <Words>60</Words>
  <Application>Microsoft Office PowerPoint</Application>
  <PresentationFormat>On-screen Show (4:3)</PresentationFormat>
  <Paragraphs>10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Smith, Kevin T CIV (USA)</dc:creator>
  <cp:lastModifiedBy>Smith, Kevin T CIV (USA)</cp:lastModifiedBy>
  <cp:revision>1</cp:revision>
  <dcterms:created xsi:type="dcterms:W3CDTF">2026-03-10T15:53:51Z</dcterms:created>
  <dcterms:modified xsi:type="dcterms:W3CDTF">2026-03-12T15:12:31Z</dcterms:modified>
</cp:coreProperties>
</file>