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8" r:id="rId4"/>
    <p:sldMasterId id="2147484057" r:id="rId5"/>
  </p:sldMasterIdLst>
  <p:notesMasterIdLst>
    <p:notesMasterId r:id="rId7"/>
  </p:notesMasterIdLst>
  <p:handoutMasterIdLst>
    <p:handoutMasterId r:id="rId8"/>
  </p:handoutMasterIdLst>
  <p:sldIdLst>
    <p:sldId id="327" r:id="rId6"/>
  </p:sldIdLst>
  <p:sldSz cx="9144000" cy="6858000" type="screen4x3"/>
  <p:notesSz cx="7010400" cy="92964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928">
          <p15:clr>
            <a:srgbClr val="A4A3A4"/>
          </p15:clr>
        </p15:guide>
        <p15:guide id="2" pos="2208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ECB00"/>
    <a:srgbClr val="002C76"/>
    <a:srgbClr val="95A9C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080" autoAdjust="0"/>
    <p:restoredTop sz="94601" autoAdjust="0"/>
  </p:normalViewPr>
  <p:slideViewPr>
    <p:cSldViewPr>
      <p:cViewPr varScale="1">
        <p:scale>
          <a:sx n="111" d="100"/>
          <a:sy n="111" d="100"/>
        </p:scale>
        <p:origin x="1992" y="10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69" d="100"/>
          <a:sy n="69" d="100"/>
        </p:scale>
        <p:origin x="-1956" y="-102"/>
      </p:cViewPr>
      <p:guideLst>
        <p:guide orient="horz" pos="2928"/>
        <p:guide pos="2208"/>
      </p:guideLst>
    </p:cSldViewPr>
  </p:notesViewPr>
  <p:gridSpacing cx="38405" cy="38405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theme" Target="theme/theme1.xml"/><Relationship Id="rId5" Type="http://schemas.openxmlformats.org/officeDocument/2006/relationships/slideMaster" Target="slideMasters/slideMaster2.xml"/><Relationship Id="rId10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38161" cy="465140"/>
          </a:xfrm>
          <a:prstGeom prst="rect">
            <a:avLst/>
          </a:prstGeom>
        </p:spPr>
        <p:txBody>
          <a:bodyPr vert="horz" lIns="93176" tIns="46588" rIns="93176" bIns="46588" rtlCol="0"/>
          <a:lstStyle>
            <a:lvl1pPr algn="l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634" y="1"/>
            <a:ext cx="3038161" cy="465140"/>
          </a:xfrm>
          <a:prstGeom prst="rect">
            <a:avLst/>
          </a:prstGeom>
        </p:spPr>
        <p:txBody>
          <a:bodyPr vert="horz" lIns="93176" tIns="46588" rIns="93176" bIns="46588" rtlCol="0"/>
          <a:lstStyle>
            <a:lvl1pPr algn="r">
              <a:defRPr sz="1200">
                <a:latin typeface="Arial" charset="0"/>
              </a:defRPr>
            </a:lvl1pPr>
          </a:lstStyle>
          <a:p>
            <a:pPr>
              <a:defRPr/>
            </a:pPr>
            <a:fld id="{0B37FCC1-37DF-4800-945D-C01719E9E058}" type="datetimeFigureOut">
              <a:rPr lang="en-US"/>
              <a:pPr>
                <a:defRPr/>
              </a:pPr>
              <a:t>3/10/2026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662"/>
            <a:ext cx="3038161" cy="465140"/>
          </a:xfrm>
          <a:prstGeom prst="rect">
            <a:avLst/>
          </a:prstGeom>
        </p:spPr>
        <p:txBody>
          <a:bodyPr vert="horz" lIns="93176" tIns="46588" rIns="93176" bIns="46588" rtlCol="0" anchor="b"/>
          <a:lstStyle>
            <a:lvl1pPr algn="l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634" y="8829662"/>
            <a:ext cx="3038161" cy="465140"/>
          </a:xfrm>
          <a:prstGeom prst="rect">
            <a:avLst/>
          </a:prstGeom>
        </p:spPr>
        <p:txBody>
          <a:bodyPr vert="horz" lIns="93176" tIns="46588" rIns="93176" bIns="46588" rtlCol="0" anchor="b"/>
          <a:lstStyle>
            <a:lvl1pPr algn="r">
              <a:defRPr sz="1200">
                <a:latin typeface="Arial" charset="0"/>
              </a:defRPr>
            </a:lvl1pPr>
          </a:lstStyle>
          <a:p>
            <a:pPr>
              <a:defRPr/>
            </a:pPr>
            <a:fld id="{C5B4FF80-40FB-45B6-8AF8-DD0573F4C72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191342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38161" cy="465140"/>
          </a:xfrm>
          <a:prstGeom prst="rect">
            <a:avLst/>
          </a:prstGeom>
        </p:spPr>
        <p:txBody>
          <a:bodyPr vert="horz" lIns="93176" tIns="46588" rIns="93176" bIns="46588" rtlCol="0"/>
          <a:lstStyle>
            <a:lvl1pPr algn="l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634" y="1"/>
            <a:ext cx="3038161" cy="465140"/>
          </a:xfrm>
          <a:prstGeom prst="rect">
            <a:avLst/>
          </a:prstGeom>
        </p:spPr>
        <p:txBody>
          <a:bodyPr vert="horz" lIns="93176" tIns="46588" rIns="93176" bIns="46588" rtlCol="0"/>
          <a:lstStyle>
            <a:lvl1pPr algn="r">
              <a:defRPr sz="1200">
                <a:latin typeface="Arial" charset="0"/>
              </a:defRPr>
            </a:lvl1pPr>
          </a:lstStyle>
          <a:p>
            <a:pPr>
              <a:defRPr/>
            </a:pPr>
            <a:fld id="{AE4C676B-A48E-40D9-908F-1CB1F5B7CB4B}" type="datetimeFigureOut">
              <a:rPr lang="en-US"/>
              <a:pPr>
                <a:defRPr/>
              </a:pPr>
              <a:t>3/10/2026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81100" y="696913"/>
            <a:ext cx="4648200" cy="3486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6" tIns="46588" rIns="93176" bIns="46588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362" y="4416430"/>
            <a:ext cx="5607678" cy="4183060"/>
          </a:xfrm>
          <a:prstGeom prst="rect">
            <a:avLst/>
          </a:prstGeom>
        </p:spPr>
        <p:txBody>
          <a:bodyPr vert="horz" lIns="93176" tIns="46588" rIns="93176" bIns="46588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662"/>
            <a:ext cx="3038161" cy="465140"/>
          </a:xfrm>
          <a:prstGeom prst="rect">
            <a:avLst/>
          </a:prstGeom>
        </p:spPr>
        <p:txBody>
          <a:bodyPr vert="horz" lIns="93176" tIns="46588" rIns="93176" bIns="46588" rtlCol="0" anchor="b"/>
          <a:lstStyle>
            <a:lvl1pPr algn="l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634" y="8829662"/>
            <a:ext cx="3038161" cy="465140"/>
          </a:xfrm>
          <a:prstGeom prst="rect">
            <a:avLst/>
          </a:prstGeom>
        </p:spPr>
        <p:txBody>
          <a:bodyPr vert="horz" lIns="93176" tIns="46588" rIns="93176" bIns="46588" rtlCol="0" anchor="b"/>
          <a:lstStyle>
            <a:lvl1pPr algn="r">
              <a:defRPr sz="1200">
                <a:latin typeface="Arial" charset="0"/>
              </a:defRPr>
            </a:lvl1pPr>
          </a:lstStyle>
          <a:p>
            <a:pPr>
              <a:defRPr/>
            </a:pPr>
            <a:fld id="{9A0FF097-E9BF-46FB-8B3A-F45C73F4CFB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6495776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9A0FF097-E9BF-46FB-8B3A-F45C73F4CFB6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90631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le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4124325"/>
            <a:ext cx="77724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none" baseline="0">
                <a:solidFill>
                  <a:srgbClr val="002C76"/>
                </a:solidFill>
                <a:latin typeface="Helvetica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3400" y="2624138"/>
            <a:ext cx="77724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92438" y="457200"/>
            <a:ext cx="5999162" cy="1143000"/>
          </a:xfrm>
          <a:prstGeom prst="rect">
            <a:avLst/>
          </a:prstGeom>
        </p:spPr>
        <p:txBody>
          <a:bodyPr/>
          <a:lstStyle>
            <a:lvl1pPr algn="r">
              <a:defRPr sz="3200" b="1">
                <a:solidFill>
                  <a:schemeClr val="bg1"/>
                </a:solidFill>
                <a:latin typeface="Helvetica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21481" y="1524000"/>
            <a:ext cx="8301037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9707E5A-5BD9-4283-80F4-DC0924DD6A5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emf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6477000"/>
            <a:ext cx="9144000" cy="228600"/>
          </a:xfrm>
          <a:prstGeom prst="rect">
            <a:avLst/>
          </a:prstGeom>
          <a:solidFill>
            <a:srgbClr val="FECB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 dirty="0">
              <a:solidFill>
                <a:srgbClr val="002C76"/>
              </a:solidFill>
            </a:endParaRPr>
          </a:p>
        </p:txBody>
      </p:sp>
      <p:pic>
        <p:nvPicPr>
          <p:cNvPr id="1027" name="Picture 11" descr="Pitch Template Revision_banner.jpg"/>
          <p:cNvPicPr>
            <a:picLocks noChangeAspect="1"/>
          </p:cNvPicPr>
          <p:nvPr userDrawn="1"/>
        </p:nvPicPr>
        <p:blipFill>
          <a:blip r:embed="rId3" cstate="print">
            <a:lum bright="-10000"/>
          </a:blip>
          <a:srcRect/>
          <a:stretch>
            <a:fillRect/>
          </a:stretch>
        </p:blipFill>
        <p:spPr bwMode="auto">
          <a:xfrm>
            <a:off x="0" y="-214313"/>
            <a:ext cx="9144000" cy="13430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28" name="Picture 13" descr="NAVSUP Corporate logo.wmf"/>
          <p:cNvPicPr>
            <a:picLocks noChangeAspect="1"/>
          </p:cNvPicPr>
          <p:nvPr userDrawn="1"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304800" y="61913"/>
            <a:ext cx="2001838" cy="1054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0" name="Straight Connector 9"/>
          <p:cNvCxnSpPr/>
          <p:nvPr userDrawn="1"/>
        </p:nvCxnSpPr>
        <p:spPr>
          <a:xfrm>
            <a:off x="0" y="1189038"/>
            <a:ext cx="9144000" cy="0"/>
          </a:xfrm>
          <a:prstGeom prst="line">
            <a:avLst/>
          </a:prstGeom>
          <a:ln w="9525">
            <a:solidFill>
              <a:srgbClr val="FECB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4058" r:id="rId1"/>
  </p:sldLayoutIdLst>
  <p:hf hdr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002C76"/>
        </a:buClr>
        <a:buSzPct val="115000"/>
        <a:buFont typeface="Wingdings" pitchFamily="2" charset="2"/>
        <a:buChar char="Ø"/>
        <a:defRPr sz="3200" kern="1200">
          <a:solidFill>
            <a:schemeClr val="tx1"/>
          </a:solidFill>
          <a:latin typeface="Helvetica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002C76"/>
        </a:buClr>
        <a:buSzPct val="110000"/>
        <a:buFont typeface="Wingdings" pitchFamily="2" charset="2"/>
        <a:buChar char="Ø"/>
        <a:defRPr sz="2800" kern="1200">
          <a:solidFill>
            <a:schemeClr val="tx1"/>
          </a:solidFill>
          <a:latin typeface="Helvetica" pitchFamily="34" charset="0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002C76"/>
        </a:buClr>
        <a:buFont typeface="Wingdings" pitchFamily="2" charset="2"/>
        <a:buChar char="Ø"/>
        <a:defRPr sz="2400" kern="1200">
          <a:solidFill>
            <a:schemeClr val="tx1"/>
          </a:solidFill>
          <a:latin typeface="Helvetica" pitchFamily="34" charset="0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002C76"/>
        </a:buClr>
        <a:buSzPct val="110000"/>
        <a:buFont typeface="Wingdings" pitchFamily="2" charset="2"/>
        <a:buChar char="Ø"/>
        <a:defRPr sz="2000" kern="1200">
          <a:solidFill>
            <a:schemeClr val="tx1"/>
          </a:solidFill>
          <a:latin typeface="Helvetica" pitchFamily="34" charset="0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002C76"/>
        </a:buClr>
        <a:buFont typeface="Wingdings" pitchFamily="2" charset="2"/>
        <a:buChar char="Ø"/>
        <a:defRPr sz="2000" kern="1200">
          <a:solidFill>
            <a:schemeClr val="tx1"/>
          </a:solidFill>
          <a:latin typeface="Helvetica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11" descr="Pitch Template Revision_banner.jpg"/>
          <p:cNvPicPr>
            <a:picLocks noChangeAspect="1"/>
          </p:cNvPicPr>
          <p:nvPr userDrawn="1"/>
        </p:nvPicPr>
        <p:blipFill>
          <a:blip r:embed="rId3" cstate="print">
            <a:lum bright="-10000"/>
          </a:blip>
          <a:srcRect/>
          <a:stretch>
            <a:fillRect/>
          </a:stretch>
        </p:blipFill>
        <p:spPr bwMode="auto">
          <a:xfrm>
            <a:off x="0" y="-214313"/>
            <a:ext cx="9144000" cy="13430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05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dirty="0" smtClean="0">
                <a:solidFill>
                  <a:srgbClr val="002C76"/>
                </a:solidFill>
                <a:latin typeface="Helvetica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>
                <a:solidFill>
                  <a:srgbClr val="002C76"/>
                </a:solidFill>
                <a:latin typeface="Helvetica" pitchFamily="34" charset="0"/>
              </a:defRPr>
            </a:lvl1pPr>
          </a:lstStyle>
          <a:p>
            <a:pPr>
              <a:defRPr/>
            </a:pPr>
            <a:fld id="{2B40E2FA-580D-43D9-8ADC-C92DF6DFB188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cxnSp>
        <p:nvCxnSpPr>
          <p:cNvPr id="10" name="Straight Connector 9"/>
          <p:cNvCxnSpPr/>
          <p:nvPr userDrawn="1"/>
        </p:nvCxnSpPr>
        <p:spPr>
          <a:xfrm>
            <a:off x="0" y="1189038"/>
            <a:ext cx="9144000" cy="0"/>
          </a:xfrm>
          <a:prstGeom prst="line">
            <a:avLst/>
          </a:prstGeom>
          <a:ln w="9525">
            <a:solidFill>
              <a:srgbClr val="FECB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5" name="Picture 13" descr="NAVSUP Corporate logo.wmf"/>
          <p:cNvPicPr>
            <a:picLocks noChangeAspect="1"/>
          </p:cNvPicPr>
          <p:nvPr userDrawn="1"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304800" y="61913"/>
            <a:ext cx="2001838" cy="1054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4059" r:id="rId1"/>
  </p:sldLayoutIdLst>
  <p:hf hdr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002C76"/>
        </a:buClr>
        <a:buSzPct val="115000"/>
        <a:buFont typeface="Wingdings" pitchFamily="2" charset="2"/>
        <a:buChar char="Ø"/>
        <a:defRPr sz="3200" kern="1200">
          <a:solidFill>
            <a:srgbClr val="002C76"/>
          </a:solidFill>
          <a:latin typeface="Helvetica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002C76"/>
        </a:buClr>
        <a:buSzPct val="110000"/>
        <a:buFont typeface="Wingdings" pitchFamily="2" charset="2"/>
        <a:buChar char="Ø"/>
        <a:defRPr sz="2800" kern="1200">
          <a:solidFill>
            <a:srgbClr val="002C76"/>
          </a:solidFill>
          <a:latin typeface="Helvetica" pitchFamily="34" charset="0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002C76"/>
        </a:buClr>
        <a:buFont typeface="Wingdings" pitchFamily="2" charset="2"/>
        <a:buChar char="Ø"/>
        <a:defRPr sz="2400" kern="1200">
          <a:solidFill>
            <a:srgbClr val="002C76"/>
          </a:solidFill>
          <a:latin typeface="Helvetica" pitchFamily="34" charset="0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002C76"/>
        </a:buClr>
        <a:buSzPct val="110000"/>
        <a:buFont typeface="Wingdings" pitchFamily="2" charset="2"/>
        <a:buChar char="Ø"/>
        <a:defRPr sz="2000" kern="1200">
          <a:solidFill>
            <a:srgbClr val="002C76"/>
          </a:solidFill>
          <a:latin typeface="Helvetica" pitchFamily="34" charset="0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002C76"/>
        </a:buClr>
        <a:buFont typeface="Wingdings" pitchFamily="2" charset="2"/>
        <a:buChar char="Ø"/>
        <a:defRPr sz="2000" kern="1200">
          <a:solidFill>
            <a:srgbClr val="002C76"/>
          </a:solidFill>
          <a:latin typeface="Helvetica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7A9A557C-DBAE-8E53-0CFE-5FD06371B97B}"/>
              </a:ext>
            </a:extLst>
          </p:cNvPr>
          <p:cNvGrpSpPr/>
          <p:nvPr/>
        </p:nvGrpSpPr>
        <p:grpSpPr>
          <a:xfrm>
            <a:off x="3650280" y="367508"/>
            <a:ext cx="87740" cy="571500"/>
            <a:chOff x="4512617" y="430970"/>
            <a:chExt cx="87740" cy="571500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AF1D75BA-DF79-3BCA-26EC-767762DD423B}"/>
                </a:ext>
              </a:extLst>
            </p:cNvPr>
            <p:cNvCxnSpPr>
              <a:cxnSpLocks/>
            </p:cNvCxnSpPr>
            <p:nvPr/>
          </p:nvCxnSpPr>
          <p:spPr>
            <a:xfrm>
              <a:off x="4600357" y="430970"/>
              <a:ext cx="0" cy="571500"/>
            </a:xfrm>
            <a:prstGeom prst="line">
              <a:avLst/>
            </a:prstGeom>
            <a:ln w="28575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E46CDED-83BD-DD08-CE5C-52E36C5254FD}"/>
                </a:ext>
              </a:extLst>
            </p:cNvPr>
            <p:cNvCxnSpPr>
              <a:cxnSpLocks/>
            </p:cNvCxnSpPr>
            <p:nvPr/>
          </p:nvCxnSpPr>
          <p:spPr>
            <a:xfrm>
              <a:off x="4512617" y="430970"/>
              <a:ext cx="0" cy="571500"/>
            </a:xfrm>
            <a:prstGeom prst="line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D8BA9825-3CC4-F38B-FFE0-EBF76D4714C8}"/>
              </a:ext>
            </a:extLst>
          </p:cNvPr>
          <p:cNvSpPr txBox="1"/>
          <p:nvPr/>
        </p:nvSpPr>
        <p:spPr>
          <a:xfrm>
            <a:off x="2207936" y="6411247"/>
            <a:ext cx="4728129" cy="3077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C00000"/>
                </a:solidFill>
              </a:rPr>
              <a:t>Controlled Unclassified Information (CUI)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5B15829-2953-43F1-0F00-0D747786BE8D}"/>
              </a:ext>
            </a:extLst>
          </p:cNvPr>
          <p:cNvSpPr txBox="1"/>
          <p:nvPr/>
        </p:nvSpPr>
        <p:spPr>
          <a:xfrm>
            <a:off x="2207936" y="-120040"/>
            <a:ext cx="4728129" cy="3077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C00000"/>
                </a:solidFill>
              </a:rPr>
              <a:t>Controlled Unclassified Information (CUI)</a:t>
            </a:r>
          </a:p>
        </p:txBody>
      </p:sp>
    </p:spTree>
    <p:extLst>
      <p:ext uri="{BB962C8B-B14F-4D97-AF65-F5344CB8AC3E}">
        <p14:creationId xmlns:p14="http://schemas.microsoft.com/office/powerpoint/2010/main" val="1795958824"/>
      </p:ext>
    </p:extLst>
  </p:cSld>
  <p:clrMapOvr>
    <a:masterClrMapping/>
  </p:clrMapOvr>
</p:sld>
</file>

<file path=ppt/theme/theme1.xml><?xml version="1.0" encoding="utf-8"?>
<a:theme xmlns:a="http://schemas.openxmlformats.org/drawingml/2006/main" name="Title Pag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 bwMode="auto">
        <a:noFill/>
        <a:ln w="9525">
          <a:noFill/>
          <a:miter lim="800000"/>
          <a:headEnd/>
          <a:tailEnd/>
        </a:ln>
      </a:spPr>
      <a:bodyPr anchor="ctr"/>
      <a:lstStyle>
        <a:defPPr algn="ctr" fontAlgn="auto">
          <a:spcAft>
            <a:spcPts val="0"/>
          </a:spcAft>
          <a:defRPr sz="3200" b="1" dirty="0" smtClean="0">
            <a:solidFill>
              <a:srgbClr val="002C76"/>
            </a:solidFill>
            <a:latin typeface="Helvetica" pitchFamily="34" charset="0"/>
            <a:ea typeface="+mj-ea"/>
            <a:cs typeface="+mj-cs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1_Wave 2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 bwMode="auto">
        <a:noFill/>
        <a:ln w="9525">
          <a:noFill/>
          <a:miter lim="800000"/>
          <a:headEnd/>
          <a:tailEnd/>
        </a:ln>
      </a:spPr>
      <a:bodyPr anchor="ctr"/>
      <a:lstStyle>
        <a:defPPr algn="ctr" fontAlgn="auto">
          <a:spcAft>
            <a:spcPts val="0"/>
          </a:spcAft>
          <a:defRPr sz="3200" b="1" dirty="0" smtClean="0">
            <a:solidFill>
              <a:srgbClr val="002C76"/>
            </a:solidFill>
            <a:latin typeface="Helvetica" pitchFamily="34" charset="0"/>
            <a:ea typeface="+mj-ea"/>
            <a:cs typeface="+mj-cs"/>
          </a:defRPr>
        </a:defPPr>
      </a:lstStyle>
    </a:tx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726540f2-383c-48fd-ab84-934d6901f203" xsi:nil="true"/>
    <lcf76f155ced4ddcb4097134ff3c332f xmlns="e304f1e2-477a-4a04-8173-eb933268b403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30A258EB2158F44BE04E00A69E4919F" ma:contentTypeVersion="10" ma:contentTypeDescription="Create a new document." ma:contentTypeScope="" ma:versionID="a84d168a50bbb1f58587991a5d365908">
  <xsd:schema xmlns:xsd="http://www.w3.org/2001/XMLSchema" xmlns:xs="http://www.w3.org/2001/XMLSchema" xmlns:p="http://schemas.microsoft.com/office/2006/metadata/properties" xmlns:ns2="e304f1e2-477a-4a04-8173-eb933268b403" xmlns:ns3="726540f2-383c-48fd-ab84-934d6901f203" targetNamespace="http://schemas.microsoft.com/office/2006/metadata/properties" ma:root="true" ma:fieldsID="ff63b4e1575cb1b42e6363d57dce7d5f" ns2:_="" ns3:_="">
    <xsd:import namespace="e304f1e2-477a-4a04-8173-eb933268b403"/>
    <xsd:import namespace="726540f2-383c-48fd-ab84-934d6901f203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304f1e2-477a-4a04-8173-eb933268b40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acef215b-19b7-4691-95f4-27d2fe62d5df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26540f2-383c-48fd-ab84-934d6901f203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53863a7c-c276-4d30-8b1b-4a0b15931949}" ma:internalName="TaxCatchAll" ma:showField="CatchAllData" ma:web="726540f2-383c-48fd-ab84-934d6901f20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9C08595-92E9-4E1F-9456-55F99EDA3627}">
  <ds:schemaRefs>
    <ds:schemaRef ds:uri="http://purl.org/dc/terms/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purl.org/dc/dcmitype/"/>
    <ds:schemaRef ds:uri="http://schemas.microsoft.com/office/2006/documentManagement/types"/>
    <ds:schemaRef ds:uri="http://www.w3.org/XML/1998/namespace"/>
    <ds:schemaRef ds:uri="b8dbcb97-ae06-47a5-ad0e-a9db91214d53"/>
    <ds:schemaRef ds:uri="http://purl.org/dc/elements/1.1/"/>
    <ds:schemaRef ds:uri="726540f2-383c-48fd-ab84-934d6901f203"/>
    <ds:schemaRef ds:uri="e304f1e2-477a-4a04-8173-eb933268b403"/>
  </ds:schemaRefs>
</ds:datastoreItem>
</file>

<file path=customXml/itemProps2.xml><?xml version="1.0" encoding="utf-8"?>
<ds:datastoreItem xmlns:ds="http://schemas.openxmlformats.org/officeDocument/2006/customXml" ds:itemID="{67B3EE08-4941-4052-A448-03F882AB6C9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B6607E3-21A1-4CBF-8277-50309C8E32A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304f1e2-477a-4a04-8173-eb933268b403"/>
    <ds:schemaRef ds:uri="726540f2-383c-48fd-ab84-934d6901f20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7d97c851-5b2b-4f76-b106-9a3791be4fdf}" enabled="1" method="Standard" siteId="{e3333e00-c877-4b87-b6ad-45e942de1750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7220</TotalTime>
  <Words>13</Words>
  <Application>Microsoft Office PowerPoint</Application>
  <PresentationFormat>On-screen Show (4:3)</PresentationFormat>
  <Paragraphs>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Arial</vt:lpstr>
      <vt:lpstr>Calibri</vt:lpstr>
      <vt:lpstr>Helvetica</vt:lpstr>
      <vt:lpstr>Wingdings</vt:lpstr>
      <vt:lpstr>Title Page</vt:lpstr>
      <vt:lpstr>1_Wave 2</vt:lpstr>
      <vt:lpstr>PowerPoint Presentation</vt:lpstr>
    </vt:vector>
  </TitlesOfParts>
  <Company>NMCI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lee.singer</dc:creator>
  <cp:lastModifiedBy>Smith, Kevin T CIV (USA)</cp:lastModifiedBy>
  <cp:revision>919</cp:revision>
  <cp:lastPrinted>2015-01-16T14:35:17Z</cp:lastPrinted>
  <dcterms:created xsi:type="dcterms:W3CDTF">2010-08-12T17:55:51Z</dcterms:created>
  <dcterms:modified xsi:type="dcterms:W3CDTF">2026-03-10T15:37:55Z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0x010100430A258EB2158F44BE04E00A69E4919F</vt:lpwstr>
  </property>
</Properties>
</file>