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FF7-9635-4A2C-B5B5-518B357BFA4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6F22-95A1-42D5-93A2-8FA3AA998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7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FF7-9635-4A2C-B5B5-518B357BFA4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6F22-95A1-42D5-93A2-8FA3AA998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70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FF7-9635-4A2C-B5B5-518B357BFA4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6F22-95A1-42D5-93A2-8FA3AA998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311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FF7-9635-4A2C-B5B5-518B357BFA4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6F22-95A1-42D5-93A2-8FA3AA998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25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FF7-9635-4A2C-B5B5-518B357BFA4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6F22-95A1-42D5-93A2-8FA3AA998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68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FF7-9635-4A2C-B5B5-518B357BFA4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6F22-95A1-42D5-93A2-8FA3AA998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34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FF7-9635-4A2C-B5B5-518B357BFA4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6F22-95A1-42D5-93A2-8FA3AA998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84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FF7-9635-4A2C-B5B5-518B357BFA4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6F22-95A1-42D5-93A2-8FA3AA998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9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FF7-9635-4A2C-B5B5-518B357BFA4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6F22-95A1-42D5-93A2-8FA3AA998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0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FF7-9635-4A2C-B5B5-518B357BFA4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6F22-95A1-42D5-93A2-8FA3AA998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CFF7-9635-4A2C-B5B5-518B357BFA4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06F22-95A1-42D5-93A2-8FA3AA998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29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CCFF7-9635-4A2C-B5B5-518B357BFA4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06F22-95A1-42D5-93A2-8FA3AA998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25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group, colorful">
            <a:extLst>
              <a:ext uri="{FF2B5EF4-FFF2-40B4-BE49-F238E27FC236}">
                <a16:creationId xmlns:a16="http://schemas.microsoft.com/office/drawing/2014/main" id="{31C318DE-E586-B39D-BC4F-0BEA85537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3438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42F83F-E62E-314F-B2C0-D0F69136B660}"/>
              </a:ext>
            </a:extLst>
          </p:cNvPr>
          <p:cNvSpPr txBox="1"/>
          <p:nvPr/>
        </p:nvSpPr>
        <p:spPr>
          <a:xfrm>
            <a:off x="2207936" y="6411247"/>
            <a:ext cx="4728129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Controlled Unclassified Information (CUI)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B34E6-AB41-6849-E534-E9A798CDE61B}"/>
              </a:ext>
            </a:extLst>
          </p:cNvPr>
          <p:cNvSpPr txBox="1"/>
          <p:nvPr/>
        </p:nvSpPr>
        <p:spPr>
          <a:xfrm>
            <a:off x="2207936" y="36576"/>
            <a:ext cx="4728129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Controlled Unclassified Information (CUI)</a:t>
            </a:r>
          </a:p>
        </p:txBody>
      </p:sp>
    </p:spTree>
    <p:extLst>
      <p:ext uri="{BB962C8B-B14F-4D97-AF65-F5344CB8AC3E}">
        <p14:creationId xmlns:p14="http://schemas.microsoft.com/office/powerpoint/2010/main" val="2909057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12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Kevin T CIV (USA)</dc:creator>
  <cp:lastModifiedBy>Smith, Kevin T CIV (USA)</cp:lastModifiedBy>
  <cp:revision>1</cp:revision>
  <dcterms:created xsi:type="dcterms:W3CDTF">2026-03-10T15:53:51Z</dcterms:created>
  <dcterms:modified xsi:type="dcterms:W3CDTF">2026-03-10T15:58:11Z</dcterms:modified>
</cp:coreProperties>
</file>